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 ·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1333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— roto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761970" y="2463759"/>
            <a:ext cx="10667756" cy="285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standups that actually get read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slizdeck · 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16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Standups eat the morning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1733520"/>
            <a:ext cx="10667756" cy="111117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0" dirty="0">
                <a:solidFill>
                  <a:srgbClr val="E23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32min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761970" y="3060588"/>
            <a:ext cx="10667756" cy="238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syncs live, every day, whether or not there is anything to sync about.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slizdeck ·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16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voice note replaces the meeting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slizdeck ·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16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update, zero live meeting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1733520"/>
            <a:ext cx="10667756" cy="238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stops what they are doing, at the same time, whether they need to or not.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1970" y="2187519"/>
            <a:ext cx="10667756" cy="238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voice note in, one written digest out, waiting when the team logs 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slizdeck ·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16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in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61970" y="1733520"/>
            <a:ext cx="3318815" cy="1271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" name="Text 3"/>
          <p:cNvSpPr/>
          <p:nvPr/>
        </p:nvSpPr>
        <p:spPr>
          <a:xfrm>
            <a:off x="761970" y="1860530"/>
            <a:ext cx="3318815" cy="44449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1970" y="2343059"/>
            <a:ext cx="3318815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onboarded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6394" y="1733520"/>
            <a:ext cx="3318815" cy="1271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" name="Text 6"/>
          <p:cNvSpPr/>
          <p:nvPr/>
        </p:nvSpPr>
        <p:spPr>
          <a:xfrm>
            <a:off x="4436394" y="1860530"/>
            <a:ext cx="3318815" cy="44449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36394" y="2343059"/>
            <a:ext cx="3318815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adoption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10819" y="1733520"/>
            <a:ext cx="3318815" cy="1271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" name="Text 9"/>
          <p:cNvSpPr/>
          <p:nvPr/>
        </p:nvSpPr>
        <p:spPr>
          <a:xfrm>
            <a:off x="8110819" y="1860530"/>
            <a:ext cx="3318815" cy="44449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12min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110819" y="2343059"/>
            <a:ext cx="3318815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daily, per team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slizdeck ·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26669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400" dirty="0">
                <a:solidFill>
                  <a:srgbClr val="0A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shrink. Context doesn't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slizdeck ·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20954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Nimbus with your team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761970" y="3225729"/>
            <a:ext cx="10667756" cy="285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nimbus.example · free for teams under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slizdeck · 07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Nimbus · Product Demo</dc:title>
  <dc:subject>PptxGenJS Presentation</dc:subject>
  <dc:creator>slizdeck</dc:creator>
  <cp:lastModifiedBy>slizdeck</cp:lastModifiedBy>
  <cp:revision>1</cp:revision>
  <dcterms:created xsi:type="dcterms:W3CDTF">2026-09-06T21:21:46Z</dcterms:created>
  <dcterms:modified xsi:type="dcterms:W3CDTF">2026-09-06T21:21:46Z</dcterms:modified>
</cp:coreProperties>
</file>