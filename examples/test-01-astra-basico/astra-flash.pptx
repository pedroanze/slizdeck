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RELÁMPAGO · 6 SEP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GPT-6 Astra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61970" y="2463759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lanzó OpenAI esta semana, y qué cambia de verdad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PASÓ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Salió en 48 horas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lo presenta como su modelo más inteligente y alineado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SALTO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es que usa la computadora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asteriscos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2158990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A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usando la computadora, no en el marcador completo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ASTERISCO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2064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evaluadores independientes no coinciden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CUENTA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2064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dos veces y media el modelo anterior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2336749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precio de lista que Claude Fable 5.1, sobre benchmarks que no lo acompañan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1970" y="2790749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761970" y="2917759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1970" y="340037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millón de tokens de entrada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6394" y="2790749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/>
          <p:nvPr/>
        </p:nvSpPr>
        <p:spPr>
          <a:xfrm>
            <a:off x="4436394" y="2917759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6394" y="340037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millón de tokens de salida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0819" y="2790749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819" y="2917759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10819" y="340037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contexto en una sola llamada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04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Probalo en lo aburrido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2178009"/>
            <a:ext cx="10667756" cy="571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terminal, planillas: ahí Astra sí abre distancia. Para todo lo demás, esperá los benchmarks independientes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Charla relámpago ·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GPT-6 Astra en 5 minutos</dc:title>
  <dc:subject>PptxGenJS Presentation</dc:subject>
  <dc:creator>slizdeck</dc:creator>
  <cp:lastModifiedBy>slizdeck</cp:lastModifiedBy>
  <cp:revision>1</cp:revision>
  <dcterms:created xsi:type="dcterms:W3CDTF">2026-09-06T22:41:07Z</dcterms:created>
  <dcterms:modified xsi:type="dcterms:W3CDTF">2026-09-06T22:41:07Z</dcterms:modified>
</cp:coreProperties>
</file>