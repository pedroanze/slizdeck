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RONDA SEED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Mesa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61970" y="2463759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tiempo real para restaurantes independientes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·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tira comida que nadie contó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1111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AD54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61970" y="3060588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inventario de un restaurante independiente se pierde antes de llegar al plato. No por robo: por falta de visibilidad diaria de lo que ya está en la cocina.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70" y="3752789"/>
            <a:ext cx="10667756" cy="1587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5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 ejemplo · reemplazar con research real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sin contar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2158990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al cierre. El inventario se actualiza solo.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pasos, cero capacitación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61970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439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2439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al cierre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439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encargado fotografía la cámara de frío desde el celular. Sin formularios, sin planilla.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45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6115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6115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automático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6115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identifica y cuantifica lo que hay. El stock del día queda registrado en segundos.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9230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9791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99791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antes de perder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9791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insumo se acerca a su vida útil, avisa qué usar primero y en qué platos.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7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BUSCAMOS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04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Levantamos $1.2M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2178009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de pista para llegar a 500 restaurantes activos y cerrar la integración con los tres POS más usados de la región.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· 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 · Pitch deck seed</dc:title>
  <dc:subject>PptxGenJS Presentation</dc:subject>
  <dc:creator>slizdeck</dc:creator>
  <cp:lastModifiedBy>slizdeck</cp:lastModifiedBy>
  <cp:revision>1</cp:revision>
  <dcterms:created xsi:type="dcterms:W3CDTF">2026-09-04T00:09:26Z</dcterms:created>
  <dcterms:modified xsi:type="dcterms:W3CDTF">2026-09-04T00:09:26Z</dcterms:modified>
</cp:coreProperties>
</file>