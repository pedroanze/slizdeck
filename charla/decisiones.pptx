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7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20954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código se volvió barato.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7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BOLIVIA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20954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código se volvió barato.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26669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eligió Angular?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3492368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D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quién lo aprendió porque le tocó?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eventos, un sistema de registros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plan y la realidad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cumplió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movimientos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EL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ancho es el punto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40004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código se volvió barato. Las decisiones no.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la primera línea de código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FUNDA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documentos y las skills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61970" y="1733520"/>
            <a:ext cx="2514509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439" y="1949409"/>
            <a:ext cx="2133570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2439" y="2228759"/>
            <a:ext cx="2133570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para quién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439" y="2584369"/>
            <a:ext cx="2133570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resuelve. El vocabulario del dominio, que es lo que evita que el agente invente nombres. Qué está fuera de alcance.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9749" y="1733520"/>
            <a:ext cx="2514509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0219" y="1949409"/>
            <a:ext cx="2133570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70219" y="2228759"/>
            <a:ext cx="2133570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 el agente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70219" y="2584369"/>
            <a:ext cx="2133570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por su cuenta y qué consulta antes. Convenciones de commits y ramas. Qué nunca toca.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7437" y="1733520"/>
            <a:ext cx="2514509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7907" y="1949409"/>
            <a:ext cx="2133570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7907" y="2228759"/>
            <a:ext cx="2133570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visuales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7907" y="2584369"/>
            <a:ext cx="2133570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UI y por qué. Tokens, tipografía, espaciado. Cuántos pasos máximo tiene un formulario.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217" y="1733520"/>
            <a:ext cx="2514509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5687" y="1949409"/>
            <a:ext cx="2133570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05687" y="2228759"/>
            <a:ext cx="2133570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05687" y="2584369"/>
            <a:ext cx="2133570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 a los otros tres y da el estado actual. Es lo primero que lee el agente, así que va corto.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BAJO PRESIÓN · CASO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recorte de alcance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BAJO PRESIÓN · CASO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ADR fue elegir Angular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40004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decisiones no caducan. Caducan sus supuestos.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DIVIDENDO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back office como evidencia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LLEVAN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puntos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preguntas antes de la próxima línea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7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04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Aldahir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Angular Bolivia ·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código se volvió barato. Las decisiones no. · Pedro Anze</dc:title>
  <dc:subject>PptxGenJS Presentation</dc:subject>
  <dc:creator>slizdeck</dc:creator>
  <cp:lastModifiedBy>slizdeck</cp:lastModifiedBy>
  <cp:revision>1</cp:revision>
  <dcterms:created xsi:type="dcterms:W3CDTF">2026-09-04T00:57:44Z</dcterms:created>
  <dcterms:modified xsi:type="dcterms:W3CDTF">2026-09-04T00:57:44Z</dcterms:modified>
</cp:coreProperties>
</file>